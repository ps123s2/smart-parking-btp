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Smart Parking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Reducing CO2 Emissions &amp; Traffic Congestion</a:t>
            </a:r>
          </a:p>
          <a:p>
            <a:r>
              <a:t>Using IoT, MARL, GNN, &amp; GRU</a:t>
            </a:r>
          </a:p>
          <a:p/>
          <a:p>
            <a:r>
              <a:t>BTP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traffic congestion is a growing problem worldwide.</a:t>
            </a:r>
          </a:p>
          <a:p>
            <a:r>
              <a:t>Drivers spend an average of 15-20 minutes searching for parking.</a:t>
            </a:r>
          </a:p>
          <a:p>
            <a:r>
              <a:t>This leads to increased fuel consumption and heavy CO2 emissions.</a:t>
            </a:r>
          </a:p>
          <a:p>
            <a:r>
              <a:t>Existing parking systems lack real-time AI recommendations and environmental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IoT and AI integrated ecosystem:</a:t>
            </a:r>
          </a:p>
          <a:p>
            <a:r>
              <a:t>Hardware: ESP32 with Ultrasonic sensors to detect slot availability in real-time.</a:t>
            </a:r>
          </a:p>
          <a:p>
            <a:r>
              <a:t>Backend AI: Multi-Agent Reinforcement Learning (MARL) for optimal slot allocation.</a:t>
            </a:r>
          </a:p>
          <a:p>
            <a:r>
              <a:t>Mobile App: Real-time React Native application with live mapping and CO2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IoT Layer: ESP32 + Ultrasonic Sensors (simulated via Wokwi).</a:t>
            </a:r>
          </a:p>
          <a:p>
            <a:r>
              <a:t>2. Cloud Layer: Firebase Realtime Database.</a:t>
            </a:r>
          </a:p>
          <a:p>
            <a:r>
              <a:t>3. AI Backend (Render): Python Flask server runs MARL, GNN, and GRU models continuously.</a:t>
            </a:r>
          </a:p>
          <a:p>
            <a:r>
              <a:t>4. User Interface: Expo React Native app with CartoDB interactive 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Core: MARL &amp; GNN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Multi-Agent Reinforcement Learning (MARL):</a:t>
            </a:r>
          </a:p>
          <a:p>
            <a:r>
              <a:t>Calculates the best slot dynamically based on multiple factors (distance, availability, future predictions).</a:t>
            </a:r>
          </a:p>
          <a:p>
            <a:r>
              <a:t>Graph Neural Networks (GNN):</a:t>
            </a:r>
          </a:p>
          <a:p>
            <a:r>
              <a:t>Models the parking lot as a spatial graph (nodes = slots, edges = roads).</a:t>
            </a:r>
          </a:p>
          <a:p>
            <a:r>
              <a:t>Provides true navigation distances rather than straight-line approximations.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Core: GRU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Gated Recurrent Unit (GRU):</a:t>
            </a:r>
          </a:p>
          <a:p>
            <a:r>
              <a:t>A lightweight Recurrent Neural Network used for time-series prediction.</a:t>
            </a:r>
          </a:p>
          <a:p>
            <a:r>
              <a:t>Analyzes historical occupancy data.</a:t>
            </a:r>
          </a:p>
          <a:p>
            <a:r>
              <a:t>Predicts if a currently free slot is likely to remain free by the time the driver arrives.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Visibly reduce the carbon footprint of parking.</a:t>
            </a:r>
          </a:p>
          <a:p>
            <a:r>
              <a:t>By guiding drivers straight to the optimal slot, the system reduces idle driving time.</a:t>
            </a:r>
          </a:p>
          <a:p>
            <a:r>
              <a:t>CO2 Savings = (Time Saved) x (Average Vehicle Emission Rate).</a:t>
            </a:r>
          </a:p>
          <a:p>
            <a:r>
              <a:t>The mobile app features a gamified 'Green Dashboard' showing total CO2 saved in grams.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Latency: Under 3 seconds end-to-end (Hardware -&gt; Cloud -&gt; AI -&gt; App).</a:t>
            </a:r>
          </a:p>
          <a:p>
            <a:r>
              <a:t>Scalability: Firebase and Render setup allows for rapid expansion to hundreds of slots.</a:t>
            </a:r>
          </a:p>
          <a:p>
            <a:r>
              <a:t>UI/UX: High-performance React Native Map using free CartoDB tiles.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automatic license plate recognition (ALPR).</a:t>
            </a:r>
          </a:p>
          <a:p>
            <a:r>
              <a:t>In-app digital payment gateways (UPI, Credit Cards).</a:t>
            </a:r>
          </a:p>
          <a:p>
            <a:r>
              <a:t>City-wide municipal integration for real-time traffic diversion.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AI-Powered Smart Parking System successfully bridges IoT hardware with advanced machine learning.</a:t>
            </a:r>
          </a:p>
          <a:p>
            <a:r>
              <a:t>It provides a scalable, eco-friendly solution to modern urban traffic congestion.</a:t>
            </a:r>
          </a:p>
          <a:p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