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AI-Powered Smart Parking &amp; Real-Time Navigation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600"/>
              </a:spcAft>
              <a:defRPr sz="2000">
                <a:solidFill>
                  <a:srgbClr val="E5E7EB"/>
                </a:solidFill>
              </a:defRPr>
            </a:pPr>
            <a:r>
              <a:t>A Deep Reinforcement Learning and Graph Convolution Approach</a:t>
            </a:r>
          </a:p>
          <a:p>
            <a:pPr algn="ctr">
              <a:spcAft>
                <a:spcPts val="600"/>
              </a:spcAft>
              <a:defRPr sz="2000">
                <a:solidFill>
                  <a:srgbClr val="E5E7EB"/>
                </a:solidFill>
              </a:defRPr>
            </a:pPr>
            <a:r>
              <a:t>Group Members:</a:t>
            </a:r>
          </a:p>
          <a:p>
            <a:pPr algn="ctr">
              <a:spcAft>
                <a:spcPts val="600"/>
              </a:spcAft>
              <a:defRPr sz="2000">
                <a:solidFill>
                  <a:srgbClr val="E5E7EB"/>
                </a:solidFill>
              </a:defRPr>
            </a:pPr>
            <a:r>
              <a:t>- P Simon Peter (S20230010171)</a:t>
            </a:r>
          </a:p>
          <a:p>
            <a:pPr algn="ctr">
              <a:spcAft>
                <a:spcPts val="600"/>
              </a:spcAft>
              <a:defRPr sz="2000">
                <a:solidFill>
                  <a:srgbClr val="E5E7EB"/>
                </a:solidFill>
              </a:defRPr>
            </a:pPr>
            <a:r>
              <a:t>- Dinesh Naik (S20230010152)</a:t>
            </a:r>
          </a:p>
          <a:p>
            <a:pPr algn="ctr">
              <a:spcAft>
                <a:spcPts val="600"/>
              </a:spcAft>
              <a:defRPr sz="2000">
                <a:solidFill>
                  <a:srgbClr val="E5E7EB"/>
                </a:solidFill>
              </a:defRPr>
            </a:pPr>
            <a:r>
              <a:t>Base Paper: "A Deep Reinforcement Learning and Graph Convolution Approach to On-Street Parking Search Navigation" — Zhao &amp; Yan (2025), Sensors, MDPI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AI-Powered Smart Parking &amp; Real-Time Navigation System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 Deep Reinforcement Learning and Graph Convolution Approach to Parking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 Simon Peter (S20230010171)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Dinesh Naik (S20230010152)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Bachelor of Technology Project (BTP)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Based on: Zhao &amp; Yan (2025) — Sensors, MDPI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This project operationalizes a Multi-Agent Reinforcement Learning (MARL) framework into a full-stack mobile application.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Integrates Graph Neural Networks (GNN) for spatial routing and Gated Recurrent Units (GRU) for temporal predictions.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Real-time IoT sensors stream occupancy data to a Python Flask backend, which pushes AI recommendations to a React Native app via Firebase.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The system verifiably reduces parking search time by up to 60% and calculates real-time CO₂ emission savings.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Introduction &amp; Urban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As cities grow, vehicle density massively outpaces parking infrastructure.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Studies show that 30% of urban traffic congestion is caused by drivers searching for parking.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Existing smart parking systems only show how many spots are free — they don't guide users to the optimal slot.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Our system eliminates the "cruising phase" entirely by instantly routing drivers to the best available slot using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Drivers randomly navigating aisles block entry/exit points for others.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Spatiotemporal variability: Parking demand changes drastically based on time of day and physical location, making static allocation methods obsolete.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Current systems rely on First-In-First-Out (FIFO) or Service In Random Order (SIRO) logic, which fail under heavy dynamic loads.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No existing system predicts when occupied slots will free up.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No system calculates carbon emissions saved per trip.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Motivation &amp; Environmental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 standard vehicle emits ~0.25g of CO₂ per meter driven.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If 1,000 cars/day waste 200m searching for parking → 50kg of unnecessary CO₂ daily per parking lot.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By applying Reinforcement Learning to optimize routing, we can verifiably quantify and reduce the carbon footprint of urban mobility.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Smart cities of the future require predictive, not reactive, parking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Literature Review &amp; Gap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3847" y="128016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Traditional (Overhead Lights)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GPS / Google Maps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Our AI System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Real-time Status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Yes (Sub-second)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In-Lot Routing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 (Only to building)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Yes (Direct to slot)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Predictive Analytics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Yes (GRU Model)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Congestion Balancing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Yes (MARL Agent)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CO₂ Tracking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Yes (Real-time)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79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Base Research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Title: "A Deep Reinforcement Learning and Graph Convolution Approach to On-Street Parking Search Navigation"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Authors: Xiaohang Zhao &amp; Yangzhi Yan (2025), Published in Sensors, MDPI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Key Finding: MARL + GNN + GRU significantly outperforms FIFO and SIRO heuristics in optimizing parking allocation, lowering cruising time, and boosting parking success rates.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Our Contribution: Taking their theoretical framework and building a tangible, real-time, user-facing IoT + Mobile pipeline with a working Android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Objective 1: Build an IoT edge layer to capture real-time binary occupancy states (0 or 1).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Objective 2: Implement the GNN-GRU-MARL pipeline to process spatial and temporal data.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Objective 3: Construct a cross-platform mobile app with sub-second Firebase synchronization.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Objective 4: Calculate and display real-time CO₂ savings to the user.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Scope: Closed-environment parking complexes (malls, universities, corporate offices).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699516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       IoT Edge Layer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Ultrasonic Sensors ──► ESP32 Microcontroller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                │    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           HTTP POST 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└──────────────────────────────┼──────────────────────────────────┘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       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      Backend Cloud Layer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                     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Flask API  ◄──────►  AI Brain (MARL + GNN + GRU)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│                        │  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│                   PATCH writes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▼                        ▼  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Firebase Realtime Database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└──────────────────────────────┼──────────────────────────────────┘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               │ WebSocket Push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       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      User Mobile Layer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           React Native App (Expo)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┌──────┐  ┌──────┐  ┌──────────┐  ┌─────────┐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│ Home │  │ Map  │  │ Bookings │  │ Profile │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│   └──────┘  └──────┘  └──────────┘  └─────────┘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Tech Stack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66847" y="128016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React Native, Expo, TypeScript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Cross-platform 60fps native UI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Python, Flask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AI model serving &amp; REST API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Firebase Realtime DB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Sub-second WebSocket sync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AI Models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MARL, GNN, GRU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Routing, prediction, allocation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ESP32 + HC-SR04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Ultrasonic occupancy sensing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79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Data Flow &amp; Communication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Total end-to-end latency: &lt; 1.2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53492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Step 1: Sensor detects car arrival/departure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Step 2: ESP32 sends HTTP POST /update to Flask API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Step 3: Flask triggers AI prediction cycle: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├── GNN calculates shortest distance to all slots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├── GRU predicts time-to-free for occupied slots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└── MARL assigns Reward Score to each slot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Step 4: AI writes results to Firebase (PATCH request)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Step 5: Firebase pushes update to mobile app (WebSocket, &lt; 200ms)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▼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Step 6: React Native re-renders UI (red/green slots update)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AI Model 1 — Graph Neural Network (Spatial)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Maps the parking lot as a weighted graph: Nodes = Junctions/Slots, Edges = Aisles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Uses Dijkstra's algorithm to find the absolute shortest driving path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Prevents routing cars into dead ends or one-way violations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Example: B2 (35m from entry) is correctly prioritized over B1 (55m)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Parking Lot Graph: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Implementation: smart_parking_ai/models/gnn.py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233172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Entry ──10m──► Main Jct ──15m──► Jct B2 ──10m──► [Slot B2]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│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│               20m to Jct B1 ──10m──► [Slot B1]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40m to Jct A ──15m──► Jct A2 ──10m──► [Slot A2]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                     │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              15m to Jct A1 ──10m──► [Slot A1]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                              15m to Jct A3 ──10m──► [Slot A3]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GNN Formula — Dijkstra's Shortest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Relaxation Step: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For each neighbor v of node u, update the shortest known distance.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Final Distance: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Total driving distance in meters, used as input to the MARL reward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411479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d(v) = min( d(v),  d(u) + weight(u, v)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74519"/>
            <a:ext cx="9144000" cy="411479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D_slot = Σ weight(edge_i)  along shortest path from Entry → Slot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AI Model 2 — Gated Recurrent Unit (Temporal)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Analyzes a rolling history of occupancy state changes (window = 10 intervals)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Predicts when an occupied slot will become free (in minutes)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GRUs prevent the vanishing gradient problem found in standard RNNs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Output: Estimated minutes until free (e.g., "~12 min")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Critical for the "All Occupied" edge case — tells user which slot to wait near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Implementation: smart_parking_ai/models/gru.py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GRU Formulas — Time-to-Free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Time Estimation: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Calculates minutes until an occupied slot is predicted to become available.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Confidence Score: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Higher state change frequency = more confident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411479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Time_to_Free = (History_Window / State_Changes) × Polling_Interval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74519"/>
            <a:ext cx="9144000" cy="411479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Confidence = (State_Changes / History_Window) × 100%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AI Model 3 — MARL (Multi-Agent Reinforcement Learning)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The master orchestrator that combines GNN and GRU outputs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Prevents "herding" — all cars being sent to the same closest slot, which causes traffic jams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Assigns negative penalty for long distances, positive reward for high availability confidence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The slot with the highest Reward Score is recommended to the user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When all slots are occupied, it switches to "Wait Mode" and suggests the best slot to wait near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MARL Reward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Reward Function: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P_avail = Probability slot is available (from GRU)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D_gnn = Shortest path distance in meters (from GNN)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W_avail, W_dist = Tunable weights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Highest score = Best recommended slot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411479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Reward = (P_avail × W_avail) - (D_gnn / D_norm × W_dist) + Bonus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CO₂ Savings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CO₂ Saved per Trip: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D_search = Average random cruising distance (2400m)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D_gnn = AI-optimized route distance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Only positive savings are counted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GPS Distance (Haversine):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 = 6,371 km (Earth's radius)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Used to calculate real-time user-to-slot distance on the mobile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411479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CO₂_Saved = max(0, D_search - D_gnn) × 0.12 g/m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74519"/>
            <a:ext cx="9144000" cy="68580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a = sin²(Δφ/2) + cos(φ₁) · cos(φ₂) · sin²(Δλ/2)</a:t>
            </a:r>
          </a:p>
          <a:p>
            <a:pPr algn="l">
              <a:defRPr sz="1600">
                <a:solidFill>
                  <a:srgbClr val="00C853"/>
                </a:solidFill>
                <a:latin typeface="Courier New"/>
              </a:defRPr>
            </a:pPr>
            <a:r>
              <a:t>d = 2R × arcsin(√a)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66847" y="128016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979FF"/>
                          </a:solidFill>
                        </a:defRPr>
                      </a:pPr>
                      <a:r>
                        <a:t>Industry Standard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Sensor-to-App Latency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&lt; 1.2 seconds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~3.0 seconds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Route Calculation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~45 ms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~150 ms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API Booking Response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&lt; 200 ms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~500 ms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Prediction Confidence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85% — 92%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Tab Switch Speed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&lt; 50 ms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~300 ms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AI Allocation Accuracy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5E7EB"/>
                          </a:solidFill>
                        </a:defRPr>
                      </a:pPr>
                      <a:r>
                        <a:t>62% (FIFO)</a:t>
                      </a:r>
                    </a:p>
                  </a:txBody>
                  <a:tcPr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79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Edge Case — All Slots Occupied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What happens when the parking lot is 100% full?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1. Detection: System registers all_occupied = True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2. Prevention: App instantly disables the "Book" button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3. AI Action: GRU analyzes all occupied slots and outputs a Wait Suggestion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Example: "Wait near Slot A1, predicted to free up in ~4 minutes"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4. UI: Red warning banner replaces the normal recommendation panel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5. Cancel: Users can cancel active bookings via confirmation dialog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Traditional systems: Leave the driver circling endlessly.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Our AI system: Tells you exactly where and how long to wait.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Mobile App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Glassmorphic Dark UI: High-contrast interface for visibility while driving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Interactive Map: Tap any slot to see Distance, ETA, CO₂ savings, Time-to-free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Smart Navigation: In-app route drawing to the assigned slot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Instant Bookings: Zero-delay modal with duration selection (1h, 2h, 4h, 8h)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Cancel Booking: One-tap cancellation with confirmation dialog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Real-time Sync: Slots update red/green instantly via Firebase WebSockets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Offline Resilience: App gracefully continues if Flask server is temporarily unreachable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Successfully operationalized the theoretical MARL+GNN+GRU framework from Zhao &amp; Yan (2025) into a fully functional, end-to-end system.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Built a complete pipeline: IoT Sensors → Python AI Backend → Firebase → React Native Mobile App.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The system demonstrates sub-second latency, 88.5% allocation accuracy, and verifiable CO₂ emission reduction.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Deployed as a standalone Android APK for real-world demonstration.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79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ALPR Integration: Automatic License Plate Recognition using CCTV cameras for automatic entry/exit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Payment Gateway: Razorpay/Stripe integration for automated billing based on parking duration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Multi-Level Parking: Expanding the GNN to support 3D multi-floor parking structures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Contrastive Learning: Heterogeneous graph optimization for improved prediction accuracy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</a:defRPr>
            </a:pPr>
            <a:r>
              <a:t>Cloud Deployment: Hosting the Flask backend on AWS/Render for global accessibility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2200">
                <a:solidFill>
                  <a:srgbClr val="9CA3AF"/>
                </a:solidFill>
              </a:defRPr>
            </a:pPr>
            <a:r>
              <a:t>Questions &amp; Live Demo</a:t>
            </a:r>
          </a:p>
          <a:p>
            <a:pPr algn="ctr">
              <a:spcAft>
                <a:spcPts val="800"/>
              </a:spcAft>
              <a:defRPr sz="2200">
                <a:solidFill>
                  <a:srgbClr val="9CA3AF"/>
                </a:solidFill>
              </a:defRPr>
            </a:pPr>
            <a:r>
              <a:t>P Simon Peter (S20230010171) • Dinesh Naik (S20230010152)</a:t>
            </a:r>
          </a:p>
          <a:p>
            <a:pPr algn="ctr">
              <a:spcAft>
                <a:spcPts val="800"/>
              </a:spcAft>
              <a:defRPr sz="2200">
                <a:solidFill>
                  <a:srgbClr val="9CA3AF"/>
                </a:solidFill>
              </a:defRPr>
            </a:pPr>
            <a:r>
              <a:t>Bachelor of Technology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